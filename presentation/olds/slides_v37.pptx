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s ggg" userId="f9f3b65dd5b6d959" providerId="LiveId" clId="{0AA495FB-2ED6-4BA7-8CBF-772CBB412B26}"/>
    <pc:docChg chg="undo custSel addSld delSld modSld">
      <pc:chgData name="js ggg" userId="f9f3b65dd5b6d959" providerId="LiveId" clId="{0AA495FB-2ED6-4BA7-8CBF-772CBB412B26}" dt="2026-05-29T12:20:51.293" v="193" actId="47"/>
      <pc:docMkLst>
        <pc:docMk/>
      </pc:docMkLst>
      <pc:sldChg chg="addSp delSp modSp del mod">
        <pc:chgData name="js ggg" userId="f9f3b65dd5b6d959" providerId="LiveId" clId="{0AA495FB-2ED6-4BA7-8CBF-772CBB412B26}" dt="2026-05-29T12:20:51.293" v="193" actId="47"/>
        <pc:sldMkLst>
          <pc:docMk/>
          <pc:sldMk cId="0" sldId="280"/>
        </pc:sldMkLst>
        <pc:spChg chg="add del mod">
          <ac:chgData name="js ggg" userId="f9f3b65dd5b6d959" providerId="LiveId" clId="{0AA495FB-2ED6-4BA7-8CBF-772CBB412B26}" dt="2026-05-29T12:14:04.816" v="101" actId="21"/>
          <ac:spMkLst>
            <pc:docMk/>
            <pc:sldMk cId="0" sldId="280"/>
            <ac:spMk id="2" creationId="{57B0A800-531C-193B-6B6B-625B1ACAC07F}"/>
          </ac:spMkLst>
        </pc:spChg>
      </pc:sldChg>
      <pc:sldChg chg="addSp modSp new mod">
        <pc:chgData name="js ggg" userId="f9f3b65dd5b6d959" providerId="LiveId" clId="{0AA495FB-2ED6-4BA7-8CBF-772CBB412B26}" dt="2026-05-29T12:20:29.947" v="192" actId="1076"/>
        <pc:sldMkLst>
          <pc:docMk/>
          <pc:sldMk cId="915343901" sldId="281"/>
        </pc:sldMkLst>
        <pc:spChg chg="add mod ord">
          <ac:chgData name="js ggg" userId="f9f3b65dd5b6d959" providerId="LiveId" clId="{0AA495FB-2ED6-4BA7-8CBF-772CBB412B26}" dt="2026-05-29T12:16:36.423" v="111" actId="1076"/>
          <ac:spMkLst>
            <pc:docMk/>
            <pc:sldMk cId="915343901" sldId="281"/>
            <ac:spMk id="2" creationId="{9876CC0E-3093-FCBB-012D-F29667D8235C}"/>
          </ac:spMkLst>
        </pc:spChg>
        <pc:spChg chg="add mod">
          <ac:chgData name="js ggg" userId="f9f3b65dd5b6d959" providerId="LiveId" clId="{0AA495FB-2ED6-4BA7-8CBF-772CBB412B26}" dt="2026-05-29T12:20:29.947" v="192" actId="1076"/>
          <ac:spMkLst>
            <pc:docMk/>
            <pc:sldMk cId="915343901" sldId="281"/>
            <ac:spMk id="5" creationId="{18A5BE1D-16F3-011C-9E1A-687D47FE3A23}"/>
          </ac:spMkLst>
        </pc:spChg>
        <pc:picChg chg="add mod">
          <ac:chgData name="js ggg" userId="f9f3b65dd5b6d959" providerId="LiveId" clId="{0AA495FB-2ED6-4BA7-8CBF-772CBB412B26}" dt="2026-05-29T12:15:18.222" v="106"/>
          <ac:picMkLst>
            <pc:docMk/>
            <pc:sldMk cId="915343901" sldId="281"/>
            <ac:picMk id="4" creationId="{BAE08612-2CF8-66A3-4966-C14B79B58DC0}"/>
          </ac:picMkLst>
        </pc:picChg>
      </pc:sldChg>
      <pc:sldChg chg="add del">
        <pc:chgData name="js ggg" userId="f9f3b65dd5b6d959" providerId="LiveId" clId="{0AA495FB-2ED6-4BA7-8CBF-772CBB412B26}" dt="2026-05-29T12:14:39.959" v="103" actId="2890"/>
        <pc:sldMkLst>
          <pc:docMk/>
          <pc:sldMk cId="4258530459" sldId="281"/>
        </pc:sldMkLst>
      </pc:sldChg>
      <pc:sldChg chg="new del">
        <pc:chgData name="js ggg" userId="f9f3b65dd5b6d959" providerId="LiveId" clId="{0AA495FB-2ED6-4BA7-8CBF-772CBB412B26}" dt="2026-05-29T12:15:39.674" v="108" actId="47"/>
        <pc:sldMkLst>
          <pc:docMk/>
          <pc:sldMk cId="3269388941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51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AE08612-2CF8-66A3-4966-C14B79B5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876CC0E-3093-FCBB-012D-F29667D8235C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5BE1D-16F3-011C-9E1A-687D47FE3A23}"/>
              </a:ext>
            </a:extLst>
          </p:cNvPr>
          <p:cNvSpPr txBox="1"/>
          <p:nvPr/>
        </p:nvSpPr>
        <p:spPr>
          <a:xfrm>
            <a:off x="4279899" y="2644170"/>
            <a:ext cx="3632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/>
              <a:t>감사합니다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sz="2400" b="1" dirty="0"/>
              <a:t>질문 환영합니다</a:t>
            </a:r>
            <a:r>
              <a:rPr lang="en-US" altLang="ko-KR" sz="2400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15343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</Words>
  <Application>Microsoft Office PowerPoint</Application>
  <PresentationFormat>와이드스크린</PresentationFormat>
  <Paragraphs>25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js ggg</cp:lastModifiedBy>
  <cp:revision>1</cp:revision>
  <dcterms:created xsi:type="dcterms:W3CDTF">2026-05-29T09:00:10Z</dcterms:created>
  <dcterms:modified xsi:type="dcterms:W3CDTF">2026-05-29T12:20:54Z</dcterms:modified>
</cp:coreProperties>
</file>