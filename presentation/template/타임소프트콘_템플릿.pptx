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표지">
    <p:bg>
      <p:bgPr>
        <a:gradFill>
          <a:gsLst>
            <a:gs pos="0">
              <a:srgbClr val="FFFFFF"/>
            </a:gs>
            <a:gs pos="100000">
              <a:srgbClr val="E8F0FF"/>
            </a:gs>
          </a:gsLst>
          <a:lin ang="3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672" y="2331720"/>
            <a:ext cx="8686800" cy="1280160"/>
          </a:xfrm>
        </p:spPr>
        <p:txBody>
          <a:bodyPr/>
          <a:lstStyle>
            <a:lvl1pPr algn="l">
              <a:defRPr sz="4600" b="1">
                <a:solidFill>
                  <a:srgbClr val="1B2433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840480"/>
            <a:ext cx="8229600" cy="822960"/>
          </a:xfrm>
        </p:spPr>
        <p:txBody>
          <a:bodyPr/>
          <a:lstStyle>
            <a:lvl1pPr algn="l" indent="0" marL="0">
              <a:lnSpc>
                <a:spcPct val="132000"/>
              </a:lnSpc>
              <a:buNone/>
              <a:defRPr sz="1800" b="0">
                <a:solidFill>
                  <a:srgbClr val="6B7280"/>
                </a:solidFill>
                <a:latin typeface="Malgun Gothic"/>
                <a:ea typeface="Malgun Gothic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6" name="circle"/>
          <p:cNvSpPr/>
          <p:nvPr/>
        </p:nvSpPr>
        <p:spPr>
          <a:xfrm>
            <a:off x="8351215" y="548640"/>
            <a:ext cx="4572000" cy="4572000"/>
          </a:xfrm>
          <a:prstGeom prst="ellipse">
            <a:avLst/>
          </a:prstGeom>
          <a:solidFill>
            <a:srgbClr val="DCE8FF">
              <a:alpha val="5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" name="circle"/>
          <p:cNvSpPr/>
          <p:nvPr/>
        </p:nvSpPr>
        <p:spPr>
          <a:xfrm>
            <a:off x="10180015" y="2468880"/>
            <a:ext cx="3108960" cy="3108960"/>
          </a:xfrm>
          <a:prstGeom prst="ellipse">
            <a:avLst/>
          </a:prstGeom>
          <a:solidFill>
            <a:srgbClr val="4F86E8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8" name="shp"/>
          <p:cNvSpPr/>
          <p:nvPr/>
        </p:nvSpPr>
        <p:spPr>
          <a:xfrm>
            <a:off x="822960" y="548640"/>
            <a:ext cx="241401" cy="241401"/>
          </a:xfrm>
          <a:prstGeom prst="roundRect">
            <a:avLst>
              <a:gd name="adj" fmla="val 30000"/>
            </a:avLst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" name="shp"/>
          <p:cNvSpPr/>
          <p:nvPr/>
        </p:nvSpPr>
        <p:spPr>
          <a:xfrm>
            <a:off x="895380" y="681410"/>
            <a:ext cx="101388" cy="10138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" name="txt"/>
          <p:cNvSpPr/>
          <p:nvPr/>
        </p:nvSpPr>
        <p:spPr>
          <a:xfrm>
            <a:off x="1192377" y="530352"/>
            <a:ext cx="3657600" cy="277977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/>
          <a:lstStyle/>
          <a:p>
            <a:pPr algn="l"/>
            <a:r>
              <a:rPr lang="ko-KR" sz="1430" b="1" spc="50">
                <a:solidFill>
                  <a:srgbClr val="0E4EAF"/>
                </a:solidFill>
                <a:latin typeface="Malgun Gothic"/>
                <a:ea typeface="Malgun Gothic"/>
              </a:rPr>
              <a:t>타임소프트콘</a:t>
            </a:r>
          </a:p>
        </p:txBody>
      </p:sp>
      <p:sp>
        <p:nvSpPr>
          <p:cNvPr id="1011" name="shp"/>
          <p:cNvSpPr/>
          <p:nvPr/>
        </p:nvSpPr>
        <p:spPr>
          <a:xfrm>
            <a:off x="822960" y="3611880"/>
            <a:ext cx="822960" cy="5080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+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6928"/>
            <a:ext cx="10545775" cy="868680"/>
          </a:xfrm>
        </p:spPr>
        <p:txBody>
          <a:bodyPr/>
          <a:lstStyle>
            <a:lvl1pPr algn="l">
              <a:defRPr sz="2900" b="1">
                <a:solidFill>
                  <a:srgbClr val="14315F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91640"/>
            <a:ext cx="10545775" cy="4480560"/>
          </a:xfrm>
        </p:spPr>
        <p:txBody>
          <a:bodyPr/>
          <a:lstStyle>
            <a:lvl1pPr algn="l">
              <a:lnSpc>
                <a:spcPct val="128000"/>
              </a:lnSpc>
              <a:defRPr sz="1800">
                <a:solidFill>
                  <a:srgbClr val="39414E"/>
                </a:solidFill>
                <a:latin typeface="Malgun Gothic"/>
                <a:ea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12" name="shp"/>
          <p:cNvSpPr/>
          <p:nvPr/>
        </p:nvSpPr>
        <p:spPr>
          <a:xfrm>
            <a:off x="822960" y="1389888"/>
            <a:ext cx="566928" cy="4445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섹션 구분">
    <p:bg>
      <p:bgPr>
        <a:gradFill>
          <a:gsLst>
            <a:gs pos="0">
              <a:srgbClr val="FFFFFF"/>
            </a:gs>
            <a:gs pos="100000">
              <a:srgbClr val="E8F0FF"/>
            </a:gs>
          </a:gsLst>
          <a:lin ang="3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9144000" cy="1280160"/>
          </a:xfrm>
        </p:spPr>
        <p:txBody>
          <a:bodyPr anchor="t"/>
          <a:lstStyle>
            <a:lvl1pPr algn="l">
              <a:defRPr sz="4000" b="1">
                <a:solidFill>
                  <a:srgbClr val="14315F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251960"/>
            <a:ext cx="8229600" cy="822960"/>
          </a:xfrm>
        </p:spPr>
        <p:txBody>
          <a:bodyPr anchor="b"/>
          <a:lstStyle>
            <a:lvl1pPr algn="l" indent="0" marL="0">
              <a:buNone/>
              <a:defRPr sz="1800" b="0">
                <a:solidFill>
                  <a:srgbClr val="6B7280"/>
                </a:solidFill>
                <a:latin typeface="Malgun Gothic"/>
                <a:ea typeface="Malgun Gothic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13" name="circle"/>
          <p:cNvSpPr/>
          <p:nvPr/>
        </p:nvSpPr>
        <p:spPr>
          <a:xfrm>
            <a:off x="8351215" y="548640"/>
            <a:ext cx="4572000" cy="4572000"/>
          </a:xfrm>
          <a:prstGeom prst="ellipse">
            <a:avLst/>
          </a:prstGeom>
          <a:solidFill>
            <a:srgbClr val="DCE8FF">
              <a:alpha val="5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14" name="circle"/>
          <p:cNvSpPr/>
          <p:nvPr/>
        </p:nvSpPr>
        <p:spPr>
          <a:xfrm>
            <a:off x="10180015" y="2468880"/>
            <a:ext cx="3108960" cy="3108960"/>
          </a:xfrm>
          <a:prstGeom prst="ellipse">
            <a:avLst/>
          </a:prstGeom>
          <a:solidFill>
            <a:srgbClr val="4F86E8">
              <a:alpha val="1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15" name="shp"/>
          <p:cNvSpPr/>
          <p:nvPr/>
        </p:nvSpPr>
        <p:spPr>
          <a:xfrm>
            <a:off x="822960" y="502920"/>
            <a:ext cx="208483" cy="208483"/>
          </a:xfrm>
          <a:prstGeom prst="roundRect">
            <a:avLst>
              <a:gd name="adj" fmla="val 30000"/>
            </a:avLst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" name="shp"/>
          <p:cNvSpPr/>
          <p:nvPr/>
        </p:nvSpPr>
        <p:spPr>
          <a:xfrm>
            <a:off x="885504" y="617585"/>
            <a:ext cx="87562" cy="8756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" name="txt"/>
          <p:cNvSpPr/>
          <p:nvPr/>
        </p:nvSpPr>
        <p:spPr>
          <a:xfrm>
            <a:off x="1159459" y="484632"/>
            <a:ext cx="3657600" cy="245059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/>
          <a:lstStyle/>
          <a:p>
            <a:pPr algn="l"/>
            <a:r>
              <a:rPr lang="ko-KR" sz="1235" b="1" spc="50">
                <a:solidFill>
                  <a:srgbClr val="0E4EAF"/>
                </a:solidFill>
                <a:latin typeface="Malgun Gothic"/>
                <a:ea typeface="Malgun Gothic"/>
              </a:rPr>
              <a:t>타임소프트콘</a:t>
            </a:r>
          </a:p>
        </p:txBody>
      </p:sp>
      <p:sp>
        <p:nvSpPr>
          <p:cNvPr id="1018" name="txt"/>
          <p:cNvSpPr/>
          <p:nvPr/>
        </p:nvSpPr>
        <p:spPr>
          <a:xfrm>
            <a:off x="822960" y="2240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/>
          <a:lstStyle/>
          <a:p>
            <a:pPr algn="l"/>
            <a:r>
              <a:rPr lang="ko-KR" sz="1300" b="1" spc="300">
                <a:solidFill>
                  <a:srgbClr val="1B67DA"/>
                </a:solidFill>
                <a:latin typeface="Malgun Gothic"/>
                <a:ea typeface="Malgun Gothic"/>
              </a:rPr>
              <a:t>SECTION</a:t>
            </a:r>
          </a:p>
        </p:txBody>
      </p:sp>
      <p:sp>
        <p:nvSpPr>
          <p:cNvPr id="1019" name="shp"/>
          <p:cNvSpPr/>
          <p:nvPr/>
        </p:nvSpPr>
        <p:spPr>
          <a:xfrm>
            <a:off x="822960" y="3977639"/>
            <a:ext cx="822960" cy="5080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단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6928"/>
            <a:ext cx="10545775" cy="868680"/>
          </a:xfrm>
        </p:spPr>
        <p:txBody>
          <a:bodyPr/>
          <a:lstStyle>
            <a:lvl1pPr algn="l">
              <a:defRPr sz="2900" b="1">
                <a:solidFill>
                  <a:srgbClr val="14315F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691640"/>
            <a:ext cx="5044287" cy="4480560"/>
          </a:xfrm>
        </p:spPr>
        <p:txBody>
          <a:bodyPr/>
          <a:lstStyle>
            <a:lvl1pPr algn="l">
              <a:lnSpc>
                <a:spcPct val="126000"/>
              </a:lnSpc>
              <a:defRPr sz="1700">
                <a:solidFill>
                  <a:srgbClr val="39414E"/>
                </a:solidFill>
                <a:latin typeface="Malgun Gothic"/>
                <a:ea typeface="Malgun Gothic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447" y="1691640"/>
            <a:ext cx="5044287" cy="4480560"/>
          </a:xfrm>
        </p:spPr>
        <p:txBody>
          <a:bodyPr/>
          <a:lstStyle>
            <a:lvl1pPr algn="l">
              <a:lnSpc>
                <a:spcPct val="126000"/>
              </a:lnSpc>
              <a:defRPr sz="1700">
                <a:solidFill>
                  <a:srgbClr val="39414E"/>
                </a:solidFill>
                <a:latin typeface="Malgun Gothic"/>
                <a:ea typeface="Malgun Gothic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20" name="shp"/>
          <p:cNvSpPr/>
          <p:nvPr/>
        </p:nvSpPr>
        <p:spPr>
          <a:xfrm>
            <a:off x="822960" y="1389888"/>
            <a:ext cx="566928" cy="4445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6928"/>
            <a:ext cx="10545775" cy="868680"/>
          </a:xfrm>
        </p:spPr>
        <p:txBody>
          <a:bodyPr/>
          <a:lstStyle>
            <a:lvl1pPr algn="l">
              <a:defRPr sz="2900" b="1">
                <a:solidFill>
                  <a:srgbClr val="14315F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691640"/>
            <a:ext cx="5044287" cy="502920"/>
          </a:xfrm>
        </p:spPr>
        <p:txBody>
          <a:bodyPr anchor="b"/>
          <a:lstStyle>
            <a:lvl1pPr algn="l">
              <a:lnSpc>
                <a:spcPct val="124000"/>
              </a:lnSpc>
              <a:defRPr sz="1700" b="1">
                <a:solidFill>
                  <a:srgbClr val="39414E"/>
                </a:solidFill>
                <a:latin typeface="Malgun Gothic"/>
                <a:ea typeface="Malgun Gothic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331720"/>
            <a:ext cx="5044287" cy="3840480"/>
          </a:xfrm>
        </p:spPr>
        <p:txBody>
          <a:bodyPr/>
          <a:lstStyle>
            <a:lvl1pPr algn="l">
              <a:lnSpc>
                <a:spcPct val="124000"/>
              </a:lnSpc>
              <a:defRPr sz="1600" b="0">
                <a:solidFill>
                  <a:srgbClr val="39414E"/>
                </a:solidFill>
                <a:latin typeface="Malgun Gothic"/>
                <a:ea typeface="Malgun Gothic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" y="6309360"/>
            <a:ext cx="5044287" cy="502920"/>
          </a:xfrm>
        </p:spPr>
        <p:txBody>
          <a:bodyPr anchor="b"/>
          <a:lstStyle>
            <a:lvl1pPr algn="l">
              <a:lnSpc>
                <a:spcPct val="124000"/>
              </a:lnSpc>
              <a:defRPr sz="1700" b="1">
                <a:solidFill>
                  <a:srgbClr val="39414E"/>
                </a:solidFill>
                <a:latin typeface="Malgun Gothic"/>
                <a:ea typeface="Malgun Gothic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" y="6949440"/>
            <a:ext cx="5044287" cy="3840480"/>
          </a:xfrm>
        </p:spPr>
        <p:txBody>
          <a:bodyPr/>
          <a:lstStyle>
            <a:lvl1pPr algn="l">
              <a:lnSpc>
                <a:spcPct val="124000"/>
              </a:lnSpc>
              <a:defRPr sz="1600" b="0">
                <a:solidFill>
                  <a:srgbClr val="39414E"/>
                </a:solidFill>
                <a:latin typeface="Malgun Gothic"/>
                <a:ea typeface="Malgun Gothic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21" name="shp"/>
          <p:cNvSpPr/>
          <p:nvPr/>
        </p:nvSpPr>
        <p:spPr>
          <a:xfrm>
            <a:off x="822960" y="1389888"/>
            <a:ext cx="566928" cy="4445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6928"/>
            <a:ext cx="10545775" cy="868680"/>
          </a:xfrm>
        </p:spPr>
        <p:txBody>
          <a:bodyPr/>
          <a:lstStyle>
            <a:lvl1pPr algn="l">
              <a:defRPr sz="2900" b="1">
                <a:solidFill>
                  <a:srgbClr val="14315F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22" name="shp"/>
          <p:cNvSpPr/>
          <p:nvPr/>
        </p:nvSpPr>
        <p:spPr>
          <a:xfrm>
            <a:off x="822960" y="1389888"/>
            <a:ext cx="566928" cy="4445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본문+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6928"/>
            <a:ext cx="10545775" cy="868680"/>
          </a:xfrm>
        </p:spPr>
        <p:txBody>
          <a:bodyPr anchor="b"/>
          <a:lstStyle>
            <a:lvl1pPr algn="l">
              <a:defRPr sz="2900" b="1">
                <a:solidFill>
                  <a:srgbClr val="14315F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91640"/>
            <a:ext cx="5044287" cy="4480560"/>
          </a:xfrm>
        </p:spPr>
        <p:txBody>
          <a:bodyPr/>
          <a:lstStyle>
            <a:lvl1pPr algn="l">
              <a:lnSpc>
                <a:spcPct val="126000"/>
              </a:lnSpc>
              <a:defRPr sz="1700">
                <a:solidFill>
                  <a:srgbClr val="39414E"/>
                </a:solidFill>
                <a:latin typeface="Malgun Gothic"/>
                <a:ea typeface="Malgun Gothic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4447" y="1691640"/>
            <a:ext cx="5044287" cy="4480560"/>
          </a:xfrm>
        </p:spPr>
        <p:txBody>
          <a:bodyPr/>
          <a:lstStyle>
            <a:lvl1pPr algn="l">
              <a:lnSpc>
                <a:spcPct val="126000"/>
              </a:lnSpc>
              <a:defRPr sz="1700">
                <a:solidFill>
                  <a:srgbClr val="39414E"/>
                </a:solidFill>
                <a:latin typeface="Malgun Gothic"/>
                <a:ea typeface="Malgun Goth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23" name="shp"/>
          <p:cNvSpPr/>
          <p:nvPr/>
        </p:nvSpPr>
        <p:spPr>
          <a:xfrm>
            <a:off x="822960" y="1389888"/>
            <a:ext cx="566928" cy="4445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이미지+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shp"/>
          <p:cNvSpPr/>
          <p:nvPr/>
        </p:nvSpPr>
        <p:spPr>
          <a:xfrm>
            <a:off x="822960" y="1783080"/>
            <a:ext cx="6903720" cy="4343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BF4"/>
            </a:solidFill>
          </a:ln>
          <a:effectLst>
            <a:outerShdw blurRad="90000" dist="38100" dir="5400000" rotWithShape="0">
              <a:srgbClr val="1B3A6B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6928"/>
            <a:ext cx="10545775" cy="868680"/>
          </a:xfrm>
        </p:spPr>
        <p:txBody>
          <a:bodyPr anchor="b"/>
          <a:lstStyle>
            <a:lvl1pPr algn="l">
              <a:defRPr sz="2900" b="1">
                <a:solidFill>
                  <a:srgbClr val="14315F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69264" y="1929384"/>
            <a:ext cx="6611112" cy="40507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880" y="1783080"/>
            <a:ext cx="3184855" cy="4343400"/>
          </a:xfrm>
        </p:spPr>
        <p:txBody>
          <a:bodyPr/>
          <a:lstStyle>
            <a:lvl1pPr algn="l" indent="0" marL="0">
              <a:lnSpc>
                <a:spcPct val="132000"/>
              </a:lnSpc>
              <a:buNone/>
              <a:defRPr sz="1600">
                <a:solidFill>
                  <a:srgbClr val="39414E"/>
                </a:solidFill>
                <a:latin typeface="Malgun Gothic"/>
                <a:ea typeface="Malgun Gothic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24" name="shp"/>
          <p:cNvSpPr/>
          <p:nvPr/>
        </p:nvSpPr>
        <p:spPr>
          <a:xfrm>
            <a:off x="822960" y="1389888"/>
            <a:ext cx="566928" cy="4445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+세로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6928"/>
            <a:ext cx="10545775" cy="868680"/>
          </a:xfrm>
        </p:spPr>
        <p:txBody>
          <a:bodyPr/>
          <a:lstStyle>
            <a:lvl1pPr algn="l">
              <a:defRPr sz="2900" b="1">
                <a:solidFill>
                  <a:srgbClr val="14315F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1691640"/>
            <a:ext cx="10545775" cy="4480560"/>
          </a:xfrm>
        </p:spPr>
        <p:txBody>
          <a:bodyPr vert="eaVert"/>
          <a:lstStyle>
            <a:lvl1pPr algn="l">
              <a:lnSpc>
                <a:spcPct val="128000"/>
              </a:lnSpc>
              <a:defRPr sz="1800">
                <a:solidFill>
                  <a:srgbClr val="39414E"/>
                </a:solidFill>
                <a:latin typeface="Malgun Gothic"/>
                <a:ea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26" name="shp"/>
          <p:cNvSpPr/>
          <p:nvPr/>
        </p:nvSpPr>
        <p:spPr>
          <a:xfrm>
            <a:off x="822960" y="1389888"/>
            <a:ext cx="566928" cy="4445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+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2960" y="566928"/>
            <a:ext cx="10545775" cy="868680"/>
          </a:xfrm>
        </p:spPr>
        <p:txBody>
          <a:bodyPr vert="eaVert"/>
          <a:lstStyle>
            <a:lvl1pPr algn="l">
              <a:defRPr sz="2900" b="1">
                <a:solidFill>
                  <a:srgbClr val="14315F"/>
                </a:solidFill>
                <a:latin typeface="Malgun Gothic"/>
                <a:ea typeface="Malgun Gothic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1691640"/>
            <a:ext cx="10545775" cy="4480560"/>
          </a:xfrm>
        </p:spPr>
        <p:txBody>
          <a:bodyPr vert="eaVert"/>
          <a:lstStyle>
            <a:lvl1pPr algn="l">
              <a:lnSpc>
                <a:spcPct val="128000"/>
              </a:lnSpc>
              <a:defRPr sz="1800">
                <a:solidFill>
                  <a:srgbClr val="39414E"/>
                </a:solidFill>
                <a:latin typeface="Malgun Gothic"/>
                <a:ea typeface="Malgun Gothic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27" name="shp"/>
          <p:cNvSpPr/>
          <p:nvPr/>
        </p:nvSpPr>
        <p:spPr>
          <a:xfrm>
            <a:off x="822960" y="1389888"/>
            <a:ext cx="566928" cy="44450"/>
          </a:xfrm>
          <a:prstGeom prst="rect">
            <a:avLst/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shp"/>
          <p:cNvSpPr/>
          <p:nvPr/>
        </p:nvSpPr>
        <p:spPr>
          <a:xfrm>
            <a:off x="822960" y="384048"/>
            <a:ext cx="201899" cy="201899"/>
          </a:xfrm>
          <a:prstGeom prst="roundRect">
            <a:avLst>
              <a:gd name="adj" fmla="val 30000"/>
            </a:avLst>
          </a:prstGeom>
          <a:solidFill>
            <a:srgbClr val="1B67D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" name="shp"/>
          <p:cNvSpPr/>
          <p:nvPr/>
        </p:nvSpPr>
        <p:spPr>
          <a:xfrm>
            <a:off x="883529" y="495092"/>
            <a:ext cx="84797" cy="84797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" name="txt"/>
          <p:cNvSpPr/>
          <p:nvPr/>
        </p:nvSpPr>
        <p:spPr>
          <a:xfrm>
            <a:off x="1152875" y="365760"/>
            <a:ext cx="3657600" cy="23847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/>
          <a:lstStyle/>
          <a:p>
            <a:pPr algn="l"/>
            <a:r>
              <a:rPr lang="ko-KR" sz="1196" b="1" spc="50">
                <a:solidFill>
                  <a:srgbClr val="0E4EAF"/>
                </a:solidFill>
                <a:latin typeface="Malgun Gothic"/>
                <a:ea typeface="Malgun Gothic"/>
              </a:rPr>
              <a:t>타임소프트콘</a:t>
            </a:r>
          </a:p>
        </p:txBody>
      </p:sp>
      <p:sp>
        <p:nvSpPr>
          <p:cNvPr id="1004" name="shp"/>
          <p:cNvSpPr/>
          <p:nvPr/>
        </p:nvSpPr>
        <p:spPr>
          <a:xfrm>
            <a:off x="822960" y="6327648"/>
            <a:ext cx="10545775" cy="12700"/>
          </a:xfrm>
          <a:prstGeom prst="rect">
            <a:avLst/>
          </a:prstGeom>
          <a:solidFill>
            <a:srgbClr val="D8E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" name="txt"/>
          <p:cNvSpPr/>
          <p:nvPr/>
        </p:nvSpPr>
        <p:spPr>
          <a:xfrm>
            <a:off x="822960" y="63825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/>
          <a:lstStyle/>
          <a:p>
            <a:pPr algn="l"/>
            <a:r>
              <a:rPr lang="ko-KR" sz="900" b="0" spc="30">
                <a:solidFill>
                  <a:srgbClr val="94A0B3"/>
                </a:solidFill>
                <a:latin typeface="Malgun Gothic"/>
                <a:ea typeface="Malgun Gothic"/>
              </a:rPr>
              <a:t>사내 연차 경매 시스템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b="1">
          <a:solidFill>
            <a:srgbClr val="14315F"/>
          </a:solidFill>
          <a:latin typeface="Malgun Gothic"/>
          <a:ea typeface="Malgun Gothic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39414E"/>
          </a:solidFill>
          <a:latin typeface="Malgun Gothic"/>
          <a:ea typeface="Malgun Gothic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39414E"/>
          </a:solidFill>
          <a:latin typeface="Malgun Gothic"/>
          <a:ea typeface="Malgun Gothic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rgbClr val="39414E"/>
          </a:solidFill>
          <a:latin typeface="Malgun Gothic"/>
          <a:ea typeface="Malgun Gothic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rgbClr val="39414E"/>
          </a:solidFill>
          <a:latin typeface="Malgun Gothic"/>
          <a:ea typeface="Malgun Gothic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00" kern="1200">
          <a:solidFill>
            <a:srgbClr val="39414E"/>
          </a:solidFill>
          <a:latin typeface="Malgun Gothic"/>
          <a:ea typeface="Malgun Gothic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rgbClr val="39414E"/>
          </a:solidFill>
          <a:latin typeface="Malgun Gothic"/>
          <a:ea typeface="Malgun Gothic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rgbClr val="39414E"/>
          </a:solidFill>
          <a:latin typeface="Malgun Gothic"/>
          <a:ea typeface="Malgun Gothic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rgbClr val="39414E"/>
          </a:solidFill>
          <a:latin typeface="Malgun Gothic"/>
          <a:ea typeface="Malgun Gothic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rgbClr val="39414E"/>
          </a:solidFill>
          <a:latin typeface="Malgun Gothic"/>
          <a:ea typeface="Malgun Gothic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타임소프트콘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사내 연차 경매 시스템 · 김기철 · 오지석</a:t>
            </a:r>
          </a:p>
        </p:txBody>
      </p:sp>
      <p:sp>
        <p:nvSpPr>
          <p:cNvPr id="1028" name="shp"/>
          <p:cNvSpPr/>
          <p:nvPr/>
        </p:nvSpPr>
        <p:spPr>
          <a:xfrm>
            <a:off x="822960" y="1828800"/>
            <a:ext cx="2318900" cy="329184"/>
          </a:xfrm>
          <a:prstGeom prst="roundRect">
            <a:avLst>
              <a:gd name="adj" fmla="val 50000"/>
            </a:avLst>
          </a:prstGeom>
          <a:solidFill>
            <a:srgbClr val="E1E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" name="txt"/>
          <p:cNvSpPr/>
          <p:nvPr/>
        </p:nvSpPr>
        <p:spPr>
          <a:xfrm>
            <a:off x="822960" y="1828800"/>
            <a:ext cx="23189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/>
          <a:lstStyle/>
          <a:p>
            <a:pPr algn="ctr"/>
            <a:r>
              <a:rPr lang="ko-KR" sz="1100" b="1" spc="150">
                <a:solidFill>
                  <a:srgbClr val="1B57C0"/>
                </a:solidFill>
                <a:latin typeface="Malgun Gothic"/>
                <a:ea typeface="Malgun Gothic"/>
              </a:rPr>
              <a:t>B2E · ESCROW &amp; DIVIDEND</a:t>
            </a:r>
          </a:p>
        </p:txBody>
      </p:sp>
      <p:sp>
        <p:nvSpPr>
          <p:cNvPr id="1030" name="shp"/>
          <p:cNvSpPr/>
          <p:nvPr/>
        </p:nvSpPr>
        <p:spPr>
          <a:xfrm>
            <a:off x="822960" y="5257800"/>
            <a:ext cx="3310128" cy="10789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BF4"/>
            </a:solidFill>
          </a:ln>
          <a:effectLst>
            <a:outerShdw blurRad="90000" dist="38100" dir="5400000" rotWithShape="0">
              <a:srgbClr val="1B3A6B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031" name="txt"/>
          <p:cNvSpPr/>
          <p:nvPr/>
        </p:nvSpPr>
        <p:spPr>
          <a:xfrm>
            <a:off x="1042416" y="5404104"/>
            <a:ext cx="28712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/>
          <a:lstStyle/>
          <a:p>
            <a:pPr algn="l"/>
            <a:r>
              <a:rPr lang="ko-KR" sz="1050" b="1" spc="50">
                <a:solidFill>
                  <a:srgbClr val="94A0B3"/>
                </a:solidFill>
                <a:latin typeface="Malgun Gothic"/>
                <a:ea typeface="Malgun Gothic"/>
              </a:rPr>
              <a:t>재무 리스크</a:t>
            </a:r>
          </a:p>
        </p:txBody>
      </p:sp>
      <p:sp>
        <p:nvSpPr>
          <p:cNvPr id="1032" name="txt"/>
          <p:cNvSpPr/>
          <p:nvPr/>
        </p:nvSpPr>
        <p:spPr>
          <a:xfrm>
            <a:off x="1042416" y="5623560"/>
            <a:ext cx="2871216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/>
          <a:lstStyle/>
          <a:p>
            <a:pPr algn="l"/>
            <a:r>
              <a:rPr lang="ko-KR" sz="2500" b="1">
                <a:solidFill>
                  <a:srgbClr val="0E4EAF"/>
                </a:solidFill>
                <a:latin typeface="Malgun Gothic"/>
                <a:ea typeface="Malgun Gothic"/>
              </a:rPr>
              <a:t>0%</a:t>
            </a:r>
          </a:p>
        </p:txBody>
      </p:sp>
      <p:sp>
        <p:nvSpPr>
          <p:cNvPr id="1033" name="txt"/>
          <p:cNvSpPr/>
          <p:nvPr/>
        </p:nvSpPr>
        <p:spPr>
          <a:xfrm>
            <a:off x="1042416" y="6007608"/>
            <a:ext cx="28712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/>
          <a:lstStyle/>
          <a:p>
            <a:pPr algn="l"/>
            <a:r>
              <a:rPr lang="ko-KR" sz="950" b="0">
                <a:solidFill>
                  <a:srgbClr val="6B7280"/>
                </a:solidFill>
                <a:latin typeface="Malgun Gothic"/>
                <a:ea typeface="Malgun Gothic"/>
              </a:rPr>
              <a:t>회사 예산 신규투입 없음</a:t>
            </a:r>
          </a:p>
        </p:txBody>
      </p:sp>
      <p:sp>
        <p:nvSpPr>
          <p:cNvPr id="1034" name="shp"/>
          <p:cNvSpPr/>
          <p:nvPr/>
        </p:nvSpPr>
        <p:spPr>
          <a:xfrm>
            <a:off x="4434840" y="5257800"/>
            <a:ext cx="3310128" cy="10789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BF4"/>
            </a:solidFill>
          </a:ln>
          <a:effectLst>
            <a:outerShdw blurRad="90000" dist="38100" dir="5400000" rotWithShape="0">
              <a:srgbClr val="1B3A6B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035" name="txt"/>
          <p:cNvSpPr/>
          <p:nvPr/>
        </p:nvSpPr>
        <p:spPr>
          <a:xfrm>
            <a:off x="4654296" y="5404104"/>
            <a:ext cx="28712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/>
          <a:lstStyle/>
          <a:p>
            <a:pPr algn="l"/>
            <a:r>
              <a:rPr lang="ko-KR" sz="1050" b="1" spc="50">
                <a:solidFill>
                  <a:srgbClr val="94A0B3"/>
                </a:solidFill>
                <a:latin typeface="Malgun Gothic"/>
                <a:ea typeface="Malgun Gothic"/>
              </a:rPr>
              <a:t>재무 정합성</a:t>
            </a:r>
          </a:p>
        </p:txBody>
      </p:sp>
      <p:sp>
        <p:nvSpPr>
          <p:cNvPr id="1036" name="txt"/>
          <p:cNvSpPr/>
          <p:nvPr/>
        </p:nvSpPr>
        <p:spPr>
          <a:xfrm>
            <a:off x="4654296" y="5623560"/>
            <a:ext cx="2871216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/>
          <a:lstStyle/>
          <a:p>
            <a:pPr algn="l"/>
            <a:r>
              <a:rPr lang="ko-KR" sz="2500" b="1">
                <a:solidFill>
                  <a:srgbClr val="0E4EAF"/>
                </a:solidFill>
                <a:latin typeface="Malgun Gothic"/>
                <a:ea typeface="Malgun Gothic"/>
              </a:rPr>
              <a:t>100%</a:t>
            </a:r>
          </a:p>
        </p:txBody>
      </p:sp>
      <p:sp>
        <p:nvSpPr>
          <p:cNvPr id="1037" name="txt"/>
          <p:cNvSpPr/>
          <p:nvPr/>
        </p:nvSpPr>
        <p:spPr>
          <a:xfrm>
            <a:off x="4654296" y="6007608"/>
            <a:ext cx="28712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/>
          <a:lstStyle/>
          <a:p>
            <a:pPr algn="l"/>
            <a:r>
              <a:rPr lang="ko-KR" sz="950" b="0">
                <a:solidFill>
                  <a:srgbClr val="6B7280"/>
                </a:solidFill>
                <a:latin typeface="Malgun Gothic"/>
                <a:ea typeface="Malgun Gothic"/>
              </a:rPr>
              <a:t>Insert-Only 원장</a:t>
            </a:r>
          </a:p>
        </p:txBody>
      </p:sp>
      <p:sp>
        <p:nvSpPr>
          <p:cNvPr id="1038" name="shp"/>
          <p:cNvSpPr/>
          <p:nvPr/>
        </p:nvSpPr>
        <p:spPr>
          <a:xfrm>
            <a:off x="8046720" y="5257800"/>
            <a:ext cx="3310128" cy="10789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5EBF4"/>
            </a:solidFill>
          </a:ln>
          <a:effectLst>
            <a:outerShdw blurRad="90000" dist="38100" dir="5400000" rotWithShape="0">
              <a:srgbClr val="1B3A6B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039" name="txt"/>
          <p:cNvSpPr/>
          <p:nvPr/>
        </p:nvSpPr>
        <p:spPr>
          <a:xfrm>
            <a:off x="8266176" y="5404104"/>
            <a:ext cx="28712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/>
          <a:lstStyle/>
          <a:p>
            <a:pPr algn="l"/>
            <a:r>
              <a:rPr lang="ko-KR" sz="1050" b="1" spc="50">
                <a:solidFill>
                  <a:srgbClr val="94A0B3"/>
                </a:solidFill>
                <a:latin typeface="Malgun Gothic"/>
                <a:ea typeface="Malgun Gothic"/>
              </a:rPr>
              <a:t>동시성 제어</a:t>
            </a:r>
          </a:p>
        </p:txBody>
      </p:sp>
      <p:sp>
        <p:nvSpPr>
          <p:cNvPr id="1040" name="txt"/>
          <p:cNvSpPr/>
          <p:nvPr/>
        </p:nvSpPr>
        <p:spPr>
          <a:xfrm>
            <a:off x="8266176" y="5623560"/>
            <a:ext cx="2871216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/>
          <a:lstStyle/>
          <a:p>
            <a:pPr algn="l"/>
            <a:r>
              <a:rPr lang="ko-KR" sz="2500" b="1">
                <a:solidFill>
                  <a:srgbClr val="0E4EAF"/>
                </a:solidFill>
                <a:latin typeface="Malgun Gothic"/>
                <a:ea typeface="Malgun Gothic"/>
              </a:rPr>
              <a:t>SQLite</a:t>
            </a:r>
          </a:p>
        </p:txBody>
      </p:sp>
      <p:sp>
        <p:nvSpPr>
          <p:cNvPr id="1041" name="txt"/>
          <p:cNvSpPr/>
          <p:nvPr/>
        </p:nvSpPr>
        <p:spPr>
          <a:xfrm>
            <a:off x="8266176" y="6007608"/>
            <a:ext cx="287121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/>
          <a:lstStyle/>
          <a:p>
            <a:pPr algn="l"/>
            <a:r>
              <a:rPr lang="ko-KR" sz="950" b="0">
                <a:solidFill>
                  <a:srgbClr val="6B7280"/>
                </a:solidFill>
                <a:latin typeface="Malgun Gothic"/>
                <a:ea typeface="Malgun Gothic"/>
              </a:rPr>
              <a:t>write 락 (직렬화)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 문제 정의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왜 P2P가 아니라 B2E 에스크로인가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편집 가능한 네이티브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모든 텍스트는 PowerPoint에서 직접 수정됩니다</a:t>
            </a:r>
          </a:p>
          <a:p>
            <a:pPr/>
            <a:r>
              <a:t>테마색·폰트는 슬라이드 마스터에서 일괄 관리</a:t>
            </a:r>
          </a:p>
          <a:p>
            <a:pPr/>
            <a:r>
              <a:t>새 슬라이드: 홈 ▸ 새 슬라이드 ▸ 레이아웃 선택</a:t>
            </a:r>
          </a:p>
          <a:p>
            <a:pPr lvl="1"/>
            <a:r>
              <a:t>제목 옆 짧은 라인이 브랜드 액센트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좌우 2단 레이아웃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왼쪽 또는 오른쪽 본문 영역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왼쪽 또는 오른쪽 본문 영역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이미지·스크린샷은 흰 카드 위에</a:t>
            </a:r>
          </a:p>
        </p:txBody>
      </p:sp>
      <p:pic>
        <p:nvPicPr>
          <p:cNvPr id="3" name="Picture Placeholder 2" descr="architecture-bloc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859" r="14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틴트 배경에서도 흰 배경 그림이 둥둥 뜨지 않고</a:t>
            </a:r>
          </a:p>
          <a:p>
            <a:r>
              <a:t>의도된 카드처럼 보입니다.</a:t>
            </a:r>
          </a:p>
          <a:p/>
          <a:p>
            <a:r>
              <a:t>캡션·설명은 여기에 적습니다.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타임소프트콘">
      <a:dk1>
        <a:sysClr val="windowText" lastClr="000000"/>
      </a:dk1>
      <a:lt1>
        <a:sysClr val="window" lastClr="FFFFFF"/>
      </a:lt1>
      <a:dk2>
        <a:srgbClr val="0E4EAF"/>
      </a:dk2>
      <a:lt2>
        <a:srgbClr val="F4F8FF"/>
      </a:lt2>
      <a:accent1>
        <a:srgbClr val="1B67DA"/>
      </a:accent1>
      <a:accent2>
        <a:srgbClr val="0E4EAF"/>
      </a:accent2>
      <a:accent3>
        <a:srgbClr val="4F86E8"/>
      </a:accent3>
      <a:accent4>
        <a:srgbClr val="11366E"/>
      </a:accent4>
      <a:accent5>
        <a:srgbClr val="2BB7A3"/>
      </a:accent5>
      <a:accent6>
        <a:srgbClr val="6B7280"/>
      </a:accent6>
      <a:hlink>
        <a:srgbClr val="1B67DA"/>
      </a:hlink>
      <a:folHlink>
        <a:srgbClr val="11366E"/>
      </a:folHlink>
    </a:clrScheme>
    <a:fontScheme name="타임소프트콘">
      <a:maj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Malgun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